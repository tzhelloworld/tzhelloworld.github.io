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A5986-4BB6-6E58-F695-D373BB8DA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F9B8DB-B8BE-D776-396A-F86530675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7DA2A-2EF1-191C-9EA1-3B429AB9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3C5211-6754-C22C-86B8-6D4B5106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D6DF5-6DC0-F339-C9F1-9F9285F7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89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3CF45-4800-8390-0E28-0DAD1EB5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3C043-49D2-0B06-1B71-28F726749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40610-244B-8A69-D726-2878D620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011F63-1105-A9EE-BB45-647A4423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9AF13-FF46-8554-A715-31300393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0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5721C-1654-FE1E-AA05-E4D11B72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2CB3C0-49B1-F23E-4C9E-CC2F449D2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9F0822-17E1-B990-AF57-0872103F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C5C9A-22E6-640C-F526-0B096D3E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E2759-ED6C-7C0F-2E13-F69D034F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90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96B8E-909A-EAFD-1DD1-E3C7B7A6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3F9C58-9314-612E-8576-A359EAE39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D555B9-0C83-982E-9037-833C140CE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6B3926-313C-4FFC-0865-8238E3B4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89CC6C-90FA-4F6A-684A-E4C8269E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9B7A56-6A94-E518-E5F1-A6CCFAA6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638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62891-FD56-F883-F6AB-C26E63A3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32EEE4-B4A6-C1ED-1C36-E6BCC1601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DED1B-2BAA-B5D2-D94E-0619262CC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BC4D78-E726-2661-7790-CC2A989E3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03D9B6-B79F-A97B-BACA-6A991C59E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1D0227-A484-F4FB-6B6C-A1AE6CEE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5D5E94-CFD4-18F2-E872-617BA409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9FE8A2-BFEB-015F-9B85-DA4A7A4D6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87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ED874-B1AC-4542-9AC8-E1F8FA4E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397B9C-C31D-00C2-155D-8FA4D5546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E77C41-4ECC-11C2-E440-1F7C4A86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85DC60-F4AD-DCC3-3D61-8F94ADEF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387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29A4D06-9A8F-830F-F6BE-93FAC3DA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CB060A-61FD-ABBB-314E-F0AF8FAD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E4C94-F40C-E5FD-E6C8-65E83E90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67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58A40-678E-C229-74EF-9A8EF4E2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4DFD93-EB4B-A114-CAAA-2A2123E97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DD2E42-FD7E-232C-55BD-E66AE8197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B7F8F7-8822-9DC0-AC45-D578B0D7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A25D2-310C-39F9-2712-F97FF064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5612C4-8A85-D0C4-A8D2-9FFA6D91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974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AEEC3-7412-A042-E528-F1184EBE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ADDBA2-3F21-5030-D05F-324434A29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414675-8D23-2B3C-110D-ACACF704C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4B3368-BA1C-EC16-191D-89BE3714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125127-C9BC-7952-DA66-7A14CE97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80C89-9955-78EB-96C1-24B402D9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7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805D8-64DA-A1C8-FE00-49A99BDC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B9EDE5-6158-AA13-959A-55EE84DC1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1DED7B-DA23-37C9-30F5-F23BA6B3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AC577-79B5-B999-A7FD-C7D8BF05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9491C-38B9-8C8F-E664-168B5E79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92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7E4CE9-713A-CEFD-C13F-79A08450C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D62348-AEBA-E23D-BA84-392EB1A0A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5A9E37-C832-9F87-3CF4-32CF7E60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8EEFE-8737-593D-5650-E2E61320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236F0-3411-1FC3-27B5-3700136E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2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E52248A-08F2-9A72-FCAC-2317222A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F78843-1D21-52B6-7AEE-6411294DD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B1F3B3-308B-AF71-9910-BBC2A035F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BF344-CF1A-4CFB-A92C-AB91D0A9FB30}" type="datetimeFigureOut">
              <a:rPr lang="zh-CN" altLang="en-US" smtClean="0"/>
              <a:t>2024/6/25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BE6C78-54D0-3F7E-F1A8-B0C7473CE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0EF53C-38B1-5079-C20B-9986F2DEF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844D9-B180-4C02-A479-C97C407BC8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85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D054FE3-FBE3-A51E-3CF0-C031F6ADA4D7}"/>
              </a:ext>
            </a:extLst>
          </p:cNvPr>
          <p:cNvSpPr/>
          <p:nvPr/>
        </p:nvSpPr>
        <p:spPr>
          <a:xfrm>
            <a:off x="1721643" y="4470157"/>
            <a:ext cx="1209675" cy="105214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源程序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A2ECD8-9730-2A62-76CE-FBE57A44B164}"/>
              </a:ext>
            </a:extLst>
          </p:cNvPr>
          <p:cNvSpPr/>
          <p:nvPr/>
        </p:nvSpPr>
        <p:spPr>
          <a:xfrm>
            <a:off x="1352549" y="2520464"/>
            <a:ext cx="1947862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CMakeLists.txt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E249F3F-998C-3F4B-12F1-D97A3DE9A163}"/>
              </a:ext>
            </a:extLst>
          </p:cNvPr>
          <p:cNvSpPr/>
          <p:nvPr/>
        </p:nvSpPr>
        <p:spPr>
          <a:xfrm>
            <a:off x="4076701" y="4470157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makefile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C1F1F1-92E9-4BEF-C08B-1019EF5C86D9}"/>
              </a:ext>
            </a:extLst>
          </p:cNvPr>
          <p:cNvSpPr/>
          <p:nvPr/>
        </p:nvSpPr>
        <p:spPr>
          <a:xfrm>
            <a:off x="4076701" y="2520464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cmake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CF398F-D303-FCAC-EB5C-DFB058D45A7B}"/>
              </a:ext>
            </a:extLst>
          </p:cNvPr>
          <p:cNvSpPr/>
          <p:nvPr/>
        </p:nvSpPr>
        <p:spPr>
          <a:xfrm>
            <a:off x="6182233" y="4470157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make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92271D-317D-BDEE-3F80-767CA5A8D7C8}"/>
              </a:ext>
            </a:extLst>
          </p:cNvPr>
          <p:cNvSpPr/>
          <p:nvPr/>
        </p:nvSpPr>
        <p:spPr>
          <a:xfrm>
            <a:off x="8287765" y="4470157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GCC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E1427DC-474F-2599-7875-06FD2E0F83CE}"/>
              </a:ext>
            </a:extLst>
          </p:cNvPr>
          <p:cNvSpPr/>
          <p:nvPr/>
        </p:nvSpPr>
        <p:spPr>
          <a:xfrm>
            <a:off x="8287764" y="2520464"/>
            <a:ext cx="1209675" cy="105214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Bin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9124FC3-EAF5-A9BC-D860-40BC5F0C73AC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2326480" y="3572610"/>
            <a:ext cx="1" cy="897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53EA058-B3AF-632F-4C29-2944DB4AB757}"/>
              </a:ext>
            </a:extLst>
          </p:cNvPr>
          <p:cNvSpPr txBox="1"/>
          <p:nvPr/>
        </p:nvSpPr>
        <p:spPr>
          <a:xfrm>
            <a:off x="1721643" y="3836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编写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179CE57-EB6F-E74A-78D6-4A5851A2A41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300411" y="3046537"/>
            <a:ext cx="77629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0047958-1037-BDBF-6702-939570890E56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4681539" y="3572610"/>
            <a:ext cx="0" cy="897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58FF7CE-02D8-9C6C-2B0D-537B9785B17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931318" y="4996230"/>
            <a:ext cx="11453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B4430B3-A607-9F31-6BEF-37F7623DCABF}"/>
              </a:ext>
            </a:extLst>
          </p:cNvPr>
          <p:cNvSpPr txBox="1"/>
          <p:nvPr/>
        </p:nvSpPr>
        <p:spPr>
          <a:xfrm>
            <a:off x="3180844" y="45909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编写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F3267F-809E-A728-1C6C-C55693661108}"/>
              </a:ext>
            </a:extLst>
          </p:cNvPr>
          <p:cNvSpPr txBox="1"/>
          <p:nvPr/>
        </p:nvSpPr>
        <p:spPr>
          <a:xfrm>
            <a:off x="4681538" y="3836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生成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3F04ACE-E158-996A-ADEE-247C27816C1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286376" y="4996230"/>
            <a:ext cx="8958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1A33CE9-9B11-642D-60BB-A1375DDF3D8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391908" y="4996230"/>
            <a:ext cx="89585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97C1980-9FC8-7BCB-B19D-4EF2755B7281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H="1" flipV="1">
            <a:off x="8892602" y="3572610"/>
            <a:ext cx="1" cy="897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07847D94-8A77-08FE-A7A2-BB74F3960E0A}"/>
              </a:ext>
            </a:extLst>
          </p:cNvPr>
          <p:cNvSpPr txBox="1"/>
          <p:nvPr/>
        </p:nvSpPr>
        <p:spPr>
          <a:xfrm>
            <a:off x="7516670" y="453973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调用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6DEEB6B-7037-B08C-0747-FC8AF48B92C9}"/>
              </a:ext>
            </a:extLst>
          </p:cNvPr>
          <p:cNvSpPr txBox="1"/>
          <p:nvPr/>
        </p:nvSpPr>
        <p:spPr>
          <a:xfrm>
            <a:off x="8841584" y="3836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41323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3FBB58C-75F6-BC9C-ABA6-B5F0ADBADAD7}"/>
              </a:ext>
            </a:extLst>
          </p:cNvPr>
          <p:cNvSpPr/>
          <p:nvPr/>
        </p:nvSpPr>
        <p:spPr>
          <a:xfrm>
            <a:off x="1235637" y="4211854"/>
            <a:ext cx="1209675" cy="105214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源程序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98BD7BB-D00F-37D7-BC22-A5E26CDDDED7}"/>
              </a:ext>
            </a:extLst>
          </p:cNvPr>
          <p:cNvSpPr/>
          <p:nvPr/>
        </p:nvSpPr>
        <p:spPr>
          <a:xfrm>
            <a:off x="866543" y="349585"/>
            <a:ext cx="1947862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CMakeLists.txt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37456D-88C4-CE68-54D9-EA3E0AFE515D}"/>
              </a:ext>
            </a:extLst>
          </p:cNvPr>
          <p:cNvSpPr/>
          <p:nvPr/>
        </p:nvSpPr>
        <p:spPr>
          <a:xfrm>
            <a:off x="4066376" y="4211854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makefile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45DCF00-AC80-BB3C-F49B-AD51F72A9FF1}"/>
              </a:ext>
            </a:extLst>
          </p:cNvPr>
          <p:cNvSpPr/>
          <p:nvPr/>
        </p:nvSpPr>
        <p:spPr>
          <a:xfrm>
            <a:off x="4059809" y="1269794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cmake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4374E99-A650-CACF-C7B1-681125C014A6}"/>
              </a:ext>
            </a:extLst>
          </p:cNvPr>
          <p:cNvSpPr/>
          <p:nvPr/>
        </p:nvSpPr>
        <p:spPr>
          <a:xfrm>
            <a:off x="6608291" y="4211854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make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E317367-9B77-1802-E44F-AABD55DB9C52}"/>
              </a:ext>
            </a:extLst>
          </p:cNvPr>
          <p:cNvSpPr/>
          <p:nvPr/>
        </p:nvSpPr>
        <p:spPr>
          <a:xfrm>
            <a:off x="9274971" y="4211854"/>
            <a:ext cx="120967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GCC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A92D31-4959-2A9C-F288-DE5529D0C6D5}"/>
              </a:ext>
            </a:extLst>
          </p:cNvPr>
          <p:cNvSpPr/>
          <p:nvPr/>
        </p:nvSpPr>
        <p:spPr>
          <a:xfrm>
            <a:off x="9274970" y="864549"/>
            <a:ext cx="1209675" cy="105214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Bin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3DADF86-AF54-631E-2F75-0D3ED1747B67}"/>
              </a:ext>
            </a:extLst>
          </p:cNvPr>
          <p:cNvCxnSpPr>
            <a:cxnSpLocks/>
            <a:stCxn id="2" idx="0"/>
            <a:endCxn id="3" idx="2"/>
          </p:cNvCxnSpPr>
          <p:nvPr/>
        </p:nvCxnSpPr>
        <p:spPr>
          <a:xfrm flipH="1" flipV="1">
            <a:off x="1840474" y="1401731"/>
            <a:ext cx="1" cy="2810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187BA49-9545-2FF9-0E49-41657AC12BA3}"/>
              </a:ext>
            </a:extLst>
          </p:cNvPr>
          <p:cNvSpPr txBox="1"/>
          <p:nvPr/>
        </p:nvSpPr>
        <p:spPr>
          <a:xfrm>
            <a:off x="1266571" y="259516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编写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90E5BE2-C264-1654-E65F-5AC07B07F76D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2814405" y="875658"/>
            <a:ext cx="1850242" cy="39413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6053804-6362-2951-6E31-B4212FEE2506}"/>
              </a:ext>
            </a:extLst>
          </p:cNvPr>
          <p:cNvCxnSpPr>
            <a:cxnSpLocks/>
            <a:stCxn id="5" idx="2"/>
            <a:endCxn id="41" idx="0"/>
          </p:cNvCxnSpPr>
          <p:nvPr/>
        </p:nvCxnSpPr>
        <p:spPr>
          <a:xfrm>
            <a:off x="4664647" y="2321940"/>
            <a:ext cx="6566" cy="4640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A4AF77E-BBD9-5D5D-7154-4576431AF426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2445312" y="4737927"/>
            <a:ext cx="16210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7E9AF0E8-4F11-C76C-1655-47EF5FFF4AED}"/>
              </a:ext>
            </a:extLst>
          </p:cNvPr>
          <p:cNvSpPr txBox="1"/>
          <p:nvPr/>
        </p:nvSpPr>
        <p:spPr>
          <a:xfrm>
            <a:off x="2904408" y="43199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编写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2BBE61-DFAB-059F-865B-22F4E64E918E}"/>
              </a:ext>
            </a:extLst>
          </p:cNvPr>
          <p:cNvSpPr txBox="1"/>
          <p:nvPr/>
        </p:nvSpPr>
        <p:spPr>
          <a:xfrm>
            <a:off x="4664645" y="38317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生成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AE83A94-9265-A7BC-72A0-3D05E43592D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276051" y="4737927"/>
            <a:ext cx="133224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E0F6AFF-B1FA-3727-D058-B2E41C0BF18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817966" y="4737927"/>
            <a:ext cx="14570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4C007B-3771-3626-3E46-7E58D266C644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9879808" y="1916695"/>
            <a:ext cx="1" cy="22951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DCB629E0-DB38-57EE-3209-3092CE9A718D}"/>
              </a:ext>
            </a:extLst>
          </p:cNvPr>
          <p:cNvSpPr txBox="1"/>
          <p:nvPr/>
        </p:nvSpPr>
        <p:spPr>
          <a:xfrm>
            <a:off x="8223303" y="43676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调用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F0D311-BEA7-597D-71AF-1F2F7EA7F0DD}"/>
              </a:ext>
            </a:extLst>
          </p:cNvPr>
          <p:cNvSpPr txBox="1"/>
          <p:nvPr/>
        </p:nvSpPr>
        <p:spPr>
          <a:xfrm>
            <a:off x="9838314" y="27467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生成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FCB54B5-4EBF-C95B-2B20-4A7CFB87E3E4}"/>
              </a:ext>
            </a:extLst>
          </p:cNvPr>
          <p:cNvSpPr/>
          <p:nvPr/>
        </p:nvSpPr>
        <p:spPr>
          <a:xfrm>
            <a:off x="7457883" y="2779835"/>
            <a:ext cx="1209675" cy="105214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ccmake</a:t>
            </a:r>
            <a:endParaRPr lang="zh-CN" altLang="en-US" dirty="0"/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8754BD5-2CDB-EBCC-80A6-8D8D88D78F83}"/>
              </a:ext>
            </a:extLst>
          </p:cNvPr>
          <p:cNvSpPr/>
          <p:nvPr/>
        </p:nvSpPr>
        <p:spPr>
          <a:xfrm>
            <a:off x="3113120" y="2786035"/>
            <a:ext cx="3116185" cy="1052146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CMakeCache</a:t>
            </a:r>
            <a:r>
              <a:rPr lang="zh-CN" altLang="en-US" dirty="0"/>
              <a:t>、</a:t>
            </a:r>
            <a:r>
              <a:rPr lang="en-US" altLang="zh-CN" dirty="0"/>
              <a:t>CMakeFiles</a:t>
            </a:r>
            <a:r>
              <a:rPr lang="zh-CN" altLang="en-US" dirty="0"/>
              <a:t>、</a:t>
            </a:r>
            <a:endParaRPr lang="en-US" altLang="zh-CN" dirty="0"/>
          </a:p>
          <a:p>
            <a:pPr algn="ctr"/>
            <a:r>
              <a:rPr lang="en-US" altLang="zh-CN" dirty="0"/>
              <a:t>Cmake_install.cmake…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FFC07EC-F9C8-220D-2C90-5EE1F4628117}"/>
              </a:ext>
            </a:extLst>
          </p:cNvPr>
          <p:cNvSpPr txBox="1"/>
          <p:nvPr/>
        </p:nvSpPr>
        <p:spPr>
          <a:xfrm>
            <a:off x="3067159" y="2466717"/>
            <a:ext cx="962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cache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0AC226B-582B-80E6-EF75-2B5338BBE3B8}"/>
              </a:ext>
            </a:extLst>
          </p:cNvPr>
          <p:cNvCxnSpPr>
            <a:cxnSpLocks/>
            <a:stCxn id="41" idx="2"/>
            <a:endCxn id="4" idx="0"/>
          </p:cNvCxnSpPr>
          <p:nvPr/>
        </p:nvCxnSpPr>
        <p:spPr>
          <a:xfrm>
            <a:off x="4671213" y="3838181"/>
            <a:ext cx="1" cy="3736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DC2FF00A-01A6-9C3F-D350-D7F0EE854E53}"/>
              </a:ext>
            </a:extLst>
          </p:cNvPr>
          <p:cNvSpPr txBox="1"/>
          <p:nvPr/>
        </p:nvSpPr>
        <p:spPr>
          <a:xfrm>
            <a:off x="4664646" y="22930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生成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C9A2C50-50FF-B97C-4FD7-CD63BB4D06DA}"/>
              </a:ext>
            </a:extLst>
          </p:cNvPr>
          <p:cNvCxnSpPr>
            <a:cxnSpLocks/>
          </p:cNvCxnSpPr>
          <p:nvPr/>
        </p:nvCxnSpPr>
        <p:spPr>
          <a:xfrm>
            <a:off x="6229305" y="3062181"/>
            <a:ext cx="1228578" cy="95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22910CFA-610F-7361-C1F0-3981A9227FF9}"/>
              </a:ext>
            </a:extLst>
          </p:cNvPr>
          <p:cNvCxnSpPr>
            <a:cxnSpLocks/>
          </p:cNvCxnSpPr>
          <p:nvPr/>
        </p:nvCxnSpPr>
        <p:spPr>
          <a:xfrm flipH="1">
            <a:off x="6229305" y="3476625"/>
            <a:ext cx="122857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F7921612-5F7D-AC43-CEDC-7493C2DF95DE}"/>
              </a:ext>
            </a:extLst>
          </p:cNvPr>
          <p:cNvSpPr txBox="1"/>
          <p:nvPr/>
        </p:nvSpPr>
        <p:spPr>
          <a:xfrm>
            <a:off x="6536135" y="27024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读取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F7C69B6-1825-5001-A12B-F1621112F5E4}"/>
              </a:ext>
            </a:extLst>
          </p:cNvPr>
          <p:cNvSpPr txBox="1"/>
          <p:nvPr/>
        </p:nvSpPr>
        <p:spPr>
          <a:xfrm>
            <a:off x="6536136" y="34625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生成</a:t>
            </a:r>
          </a:p>
        </p:txBody>
      </p:sp>
      <p:cxnSp>
        <p:nvCxnSpPr>
          <p:cNvPr id="89" name="直接箭头连接符 10">
            <a:extLst>
              <a:ext uri="{FF2B5EF4-FFF2-40B4-BE49-F238E27FC236}">
                <a16:creationId xmlns:a16="http://schemas.microsoft.com/office/drawing/2014/main" id="{B0203E20-2A6E-4FA2-9100-FD661D16C81C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2814405" y="712679"/>
            <a:ext cx="5248316" cy="206715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6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43</Words>
  <Application>Microsoft Office PowerPoint</Application>
  <PresentationFormat>宽屏</PresentationFormat>
  <Paragraphs>31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仿宋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tz</dc:creator>
  <cp:lastModifiedBy>tz</cp:lastModifiedBy>
  <cp:revision>7</cp:revision>
  <dcterms:created xsi:type="dcterms:W3CDTF">2023-03-05T06:33:30Z</dcterms:created>
  <dcterms:modified xsi:type="dcterms:W3CDTF">2024-06-25T10:19:43Z</dcterms:modified>
</cp:coreProperties>
</file>